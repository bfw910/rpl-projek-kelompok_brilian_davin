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03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33173" y="35624"/>
            <a:ext cx="3371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FLOWCHART — Login Kasir &amp; Validasi Akun</a:t>
            </a:r>
            <a:endParaRPr lang="en-US" sz="14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5267660-9CAC-EEFD-7277-E0D183B99498}"/>
              </a:ext>
            </a:extLst>
          </p:cNvPr>
          <p:cNvGrpSpPr/>
          <p:nvPr/>
        </p:nvGrpSpPr>
        <p:grpSpPr>
          <a:xfrm>
            <a:off x="138705" y="2021692"/>
            <a:ext cx="938357" cy="731520"/>
            <a:chOff x="1022990" y="3357040"/>
            <a:chExt cx="1520562" cy="731520"/>
          </a:xfrm>
        </p:grpSpPr>
        <p:sp>
          <p:nvSpPr>
            <p:cNvPr id="66" name="Flowchart: Magnetic Disk 65">
              <a:extLst>
                <a:ext uri="{FF2B5EF4-FFF2-40B4-BE49-F238E27FC236}">
                  <a16:creationId xmlns:a16="http://schemas.microsoft.com/office/drawing/2014/main" id="{325A4944-B052-1F17-E6EB-2955027C3355}"/>
                </a:ext>
              </a:extLst>
            </p:cNvPr>
            <p:cNvSpPr/>
            <p:nvPr/>
          </p:nvSpPr>
          <p:spPr>
            <a:xfrm>
              <a:off x="1036957" y="3357040"/>
              <a:ext cx="1506595" cy="731520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22990" y="3548538"/>
              <a:ext cx="151485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/>
                <a:t>DB</a:t>
              </a:r>
            </a:p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Database</a:t>
              </a:r>
              <a:endParaRPr lang="en-US" sz="1000" dirty="0"/>
            </a:p>
          </p:txBody>
        </p:sp>
      </p:grpSp>
      <p:graphicFrame>
        <p:nvGraphicFramePr>
          <p:cNvPr id="89" name="Table 0">
            <a:extLst>
              <a:ext uri="{FF2B5EF4-FFF2-40B4-BE49-F238E27FC236}">
                <a16:creationId xmlns:a16="http://schemas.microsoft.com/office/drawing/2014/main" id="{8D7FEF6C-254A-B7B4-091F-4C583B380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650853"/>
              </p:ext>
            </p:extLst>
          </p:nvPr>
        </p:nvGraphicFramePr>
        <p:xfrm>
          <a:off x="4378517" y="603174"/>
          <a:ext cx="4014216" cy="3279648"/>
        </p:xfrm>
        <a:graphic>
          <a:graphicData uri="http://schemas.openxmlformats.org/drawingml/2006/table">
            <a:tbl>
              <a:tblPr/>
              <a:tblGrid>
                <a:gridCol w="37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8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Langkah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 dimulai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Username &amp;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Kasir memasukkan data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Verifikasi Data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mengecek ke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Akun Valid?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Keputusan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Percabangan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YA / TIDAK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 Sesi &amp; Catat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jika akun valid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Tampilkan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Dashboard Kasir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kasir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0AD805E6-BA4F-9185-FD95-66E4FD765D47}"/>
              </a:ext>
            </a:extLst>
          </p:cNvPr>
          <p:cNvSpPr txBox="1"/>
          <p:nvPr/>
        </p:nvSpPr>
        <p:spPr>
          <a:xfrm>
            <a:off x="4338319" y="4240792"/>
            <a:ext cx="409461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menggambarkan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proses Login Kasir pada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Proses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dimulai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login,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kemudian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memasukkan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Username dan Password (Input).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mencocokkan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tersebut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 (Proses).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Kemudian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valid (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password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(Proses),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Kasir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Output, dan proses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berakhir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sukses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(End).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valid,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'Login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Output, dan proses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berakhir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(End)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F953B7-5173-CAF0-C1A8-D2651F0DF878}"/>
              </a:ext>
            </a:extLst>
          </p:cNvPr>
          <p:cNvGrpSpPr/>
          <p:nvPr/>
        </p:nvGrpSpPr>
        <p:grpSpPr>
          <a:xfrm>
            <a:off x="1424767" y="629408"/>
            <a:ext cx="2859108" cy="5353938"/>
            <a:chOff x="752387" y="508414"/>
            <a:chExt cx="3164079" cy="5353938"/>
          </a:xfrm>
        </p:grpSpPr>
        <p:sp>
          <p:nvSpPr>
            <p:cNvPr id="19" name="Shape 17"/>
            <p:cNvSpPr/>
            <p:nvPr/>
          </p:nvSpPr>
          <p:spPr>
            <a:xfrm>
              <a:off x="752387" y="4084264"/>
              <a:ext cx="1600200" cy="50292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99631" y="4099503"/>
              <a:ext cx="1525525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PROSES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Buka Sesi &amp; Catat Log Masuk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277114" y="5450872"/>
              <a:ext cx="466344" cy="41148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26" name="Text 24"/>
            <p:cNvSpPr/>
            <p:nvPr/>
          </p:nvSpPr>
          <p:spPr>
            <a:xfrm>
              <a:off x="1277114" y="5450872"/>
              <a:ext cx="46634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</a:t>
              </a:r>
              <a:endParaRPr lang="en-US" sz="13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551272" y="4587184"/>
              <a:ext cx="0" cy="182880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</p:sp>
        <p:sp>
          <p:nvSpPr>
            <p:cNvPr id="13" name="Shape 11"/>
            <p:cNvSpPr/>
            <p:nvPr/>
          </p:nvSpPr>
          <p:spPr>
            <a:xfrm>
              <a:off x="833504" y="2910405"/>
              <a:ext cx="1448615" cy="846486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171118" y="3046846"/>
              <a:ext cx="762739" cy="535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Akun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Valid?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510287" y="3765984"/>
              <a:ext cx="3457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B5E20"/>
                  </a:solidFill>
                </a:rPr>
                <a:t>YA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552487" y="3742942"/>
              <a:ext cx="13900" cy="406435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</p:sp>
        <p:sp>
          <p:nvSpPr>
            <p:cNvPr id="17" name="Text 15"/>
            <p:cNvSpPr/>
            <p:nvPr/>
          </p:nvSpPr>
          <p:spPr>
            <a:xfrm>
              <a:off x="2102382" y="3105209"/>
              <a:ext cx="77797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/>
                <a:t>TIDAK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282119" y="3333648"/>
              <a:ext cx="566561" cy="0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</p:sp>
        <p:sp>
          <p:nvSpPr>
            <p:cNvPr id="60" name="Flowchart: Display 59">
              <a:extLst>
                <a:ext uri="{FF2B5EF4-FFF2-40B4-BE49-F238E27FC236}">
                  <a16:creationId xmlns:a16="http://schemas.microsoft.com/office/drawing/2014/main" id="{A4DFF61F-A17B-11A4-E159-DCE69F82BCA9}"/>
                </a:ext>
              </a:extLst>
            </p:cNvPr>
            <p:cNvSpPr/>
            <p:nvPr/>
          </p:nvSpPr>
          <p:spPr>
            <a:xfrm>
              <a:off x="2834641" y="3083020"/>
              <a:ext cx="1081825" cy="507586"/>
            </a:xfrm>
            <a:prstGeom prst="flowChartDisplay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2899726" y="3136184"/>
              <a:ext cx="1016740" cy="3994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Pesan Error: Login Gagal</a:t>
              </a:r>
              <a:endParaRPr lang="en-US" sz="1000" dirty="0"/>
            </a:p>
          </p:txBody>
        </p:sp>
        <p:sp>
          <p:nvSpPr>
            <p:cNvPr id="59" name="Flowchart: Data 58">
              <a:extLst>
                <a:ext uri="{FF2B5EF4-FFF2-40B4-BE49-F238E27FC236}">
                  <a16:creationId xmlns:a16="http://schemas.microsoft.com/office/drawing/2014/main" id="{07A20E78-3164-034E-FD05-DDC951221539}"/>
                </a:ext>
              </a:extLst>
            </p:cNvPr>
            <p:cNvSpPr/>
            <p:nvPr/>
          </p:nvSpPr>
          <p:spPr>
            <a:xfrm>
              <a:off x="791943" y="1173651"/>
              <a:ext cx="1569083" cy="592455"/>
            </a:xfrm>
            <a:prstGeom prst="flowChartInputOutpu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1335499" y="508414"/>
              <a:ext cx="487677" cy="4572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251186" y="533818"/>
              <a:ext cx="6443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</a:t>
              </a:r>
              <a:endParaRPr lang="en-US" sz="13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559106" y="1765017"/>
              <a:ext cx="0" cy="227169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566387" y="952917"/>
              <a:ext cx="0" cy="211454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</p:sp>
        <p:sp>
          <p:nvSpPr>
            <p:cNvPr id="12" name="Shape 10"/>
            <p:cNvSpPr/>
            <p:nvPr/>
          </p:nvSpPr>
          <p:spPr>
            <a:xfrm>
              <a:off x="1560006" y="2536502"/>
              <a:ext cx="0" cy="364810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80852" y="1182943"/>
              <a:ext cx="119697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Username &amp; Password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 flipH="1">
              <a:off x="2231830" y="1440378"/>
              <a:ext cx="1196972" cy="0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C61C6A1-B3B4-E205-C9D5-34DCDA9D973F}"/>
                </a:ext>
              </a:extLst>
            </p:cNvPr>
            <p:cNvCxnSpPr>
              <a:cxnSpLocks/>
            </p:cNvCxnSpPr>
            <p:nvPr/>
          </p:nvCxnSpPr>
          <p:spPr>
            <a:xfrm>
              <a:off x="3428802" y="1432856"/>
              <a:ext cx="0" cy="165016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Flowchart: Display 77">
              <a:extLst>
                <a:ext uri="{FF2B5EF4-FFF2-40B4-BE49-F238E27FC236}">
                  <a16:creationId xmlns:a16="http://schemas.microsoft.com/office/drawing/2014/main" id="{49EE7AD0-0D9F-57FF-E20C-1A5AF907B986}"/>
                </a:ext>
              </a:extLst>
            </p:cNvPr>
            <p:cNvSpPr/>
            <p:nvPr/>
          </p:nvSpPr>
          <p:spPr>
            <a:xfrm>
              <a:off x="902303" y="4777161"/>
              <a:ext cx="1234250" cy="507586"/>
            </a:xfrm>
            <a:prstGeom prst="flowChartDisplay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929734" y="4804631"/>
              <a:ext cx="123425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Tampilkan Dashboard Kasir</a:t>
              </a:r>
              <a:endParaRPr lang="en-US" sz="1000" dirty="0"/>
            </a:p>
          </p:txBody>
        </p:sp>
        <p:sp>
          <p:nvSpPr>
            <p:cNvPr id="84" name="Shape 27">
              <a:extLst>
                <a:ext uri="{FF2B5EF4-FFF2-40B4-BE49-F238E27FC236}">
                  <a16:creationId xmlns:a16="http://schemas.microsoft.com/office/drawing/2014/main" id="{583AD4D5-F432-2289-5826-486A7A708E7A}"/>
                </a:ext>
              </a:extLst>
            </p:cNvPr>
            <p:cNvSpPr/>
            <p:nvPr/>
          </p:nvSpPr>
          <p:spPr>
            <a:xfrm flipH="1">
              <a:off x="1743459" y="5651807"/>
              <a:ext cx="1685344" cy="14467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8DFEF0B-8B13-DAB2-E7CA-436F30035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8803" y="3590602"/>
              <a:ext cx="0" cy="207567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Shape 19">
              <a:extLst>
                <a:ext uri="{FF2B5EF4-FFF2-40B4-BE49-F238E27FC236}">
                  <a16:creationId xmlns:a16="http://schemas.microsoft.com/office/drawing/2014/main" id="{69284378-277B-3109-1887-8EEB986929C7}"/>
                </a:ext>
              </a:extLst>
            </p:cNvPr>
            <p:cNvSpPr/>
            <p:nvPr/>
          </p:nvSpPr>
          <p:spPr>
            <a:xfrm>
              <a:off x="1539119" y="5284747"/>
              <a:ext cx="0" cy="182880"/>
            </a:xfrm>
            <a:prstGeom prst="line">
              <a:avLst/>
            </a:prstGeom>
            <a:noFill/>
            <a:ln w="19050">
              <a:solidFill>
                <a:srgbClr val="455A64"/>
              </a:solidFill>
              <a:prstDash val="solid"/>
              <a:tailEnd type="arrow"/>
            </a:ln>
          </p:spPr>
        </p:sp>
        <p:sp>
          <p:nvSpPr>
            <p:cNvPr id="7" name="Shape 17">
              <a:extLst>
                <a:ext uri="{FF2B5EF4-FFF2-40B4-BE49-F238E27FC236}">
                  <a16:creationId xmlns:a16="http://schemas.microsoft.com/office/drawing/2014/main" id="{1A73746B-F82D-47B5-84C2-293A5DB311A3}"/>
                </a:ext>
              </a:extLst>
            </p:cNvPr>
            <p:cNvSpPr/>
            <p:nvPr/>
          </p:nvSpPr>
          <p:spPr>
            <a:xfrm>
              <a:off x="783217" y="1992186"/>
              <a:ext cx="1448612" cy="52573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0" name="Text 18">
              <a:extLst>
                <a:ext uri="{FF2B5EF4-FFF2-40B4-BE49-F238E27FC236}">
                  <a16:creationId xmlns:a16="http://schemas.microsoft.com/office/drawing/2014/main" id="{4D026BBB-DC79-A096-55A1-33EF90FDBAC6}"/>
                </a:ext>
              </a:extLst>
            </p:cNvPr>
            <p:cNvSpPr/>
            <p:nvPr/>
          </p:nvSpPr>
          <p:spPr>
            <a:xfrm>
              <a:off x="791942" y="2014998"/>
              <a:ext cx="1448609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PROSES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Verivikasi</a:t>
              </a:r>
              <a:r>
                <a:rPr lang="en-US" sz="1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username dan </a:t>
              </a:r>
              <a:r>
                <a:rPr lang="en-US" sz="100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pasword</a:t>
              </a:r>
              <a:endParaRPr lang="en-US" sz="1000" dirty="0"/>
            </a:p>
          </p:txBody>
        </p:sp>
      </p:grpSp>
      <p:sp>
        <p:nvSpPr>
          <p:cNvPr id="24" name="Shape 10">
            <a:extLst>
              <a:ext uri="{FF2B5EF4-FFF2-40B4-BE49-F238E27FC236}">
                <a16:creationId xmlns:a16="http://schemas.microsoft.com/office/drawing/2014/main" id="{06FC8570-3426-AC4F-15C7-DE2A0DC8095D}"/>
              </a:ext>
            </a:extLst>
          </p:cNvPr>
          <p:cNvSpPr/>
          <p:nvPr/>
        </p:nvSpPr>
        <p:spPr>
          <a:xfrm flipH="1">
            <a:off x="1081426" y="2363587"/>
            <a:ext cx="379083" cy="12459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  <a:tailEnd type="arrow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06FC8570-3426-AC4F-15C7-DE2A0DC8095D}"/>
              </a:ext>
            </a:extLst>
          </p:cNvPr>
          <p:cNvSpPr/>
          <p:nvPr/>
        </p:nvSpPr>
        <p:spPr>
          <a:xfrm>
            <a:off x="1159299" y="2363587"/>
            <a:ext cx="338767" cy="0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  <a:tailEnd type="arrow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229</Words>
  <Application>Microsoft Office PowerPoint</Application>
  <PresentationFormat>On-screen Show (4:3)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brilian filii</cp:lastModifiedBy>
  <cp:revision>4</cp:revision>
  <dcterms:created xsi:type="dcterms:W3CDTF">2026-04-11T08:37:50Z</dcterms:created>
  <dcterms:modified xsi:type="dcterms:W3CDTF">2026-04-21T08:17:55Z</dcterms:modified>
</cp:coreProperties>
</file>